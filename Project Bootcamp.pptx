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46847" y="1308847"/>
            <a:ext cx="11232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State wise and month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43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Rohit Kubal</cp:lastModifiedBy>
  <cp:revision>27</cp:revision>
  <dcterms:created xsi:type="dcterms:W3CDTF">2022-01-08T11:53:28Z</dcterms:created>
  <dcterms:modified xsi:type="dcterms:W3CDTF">2024-11-27T13:39:02Z</dcterms:modified>
</cp:coreProperties>
</file>